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12E176-11FC-8D4B-DD02-371951529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308353-7FE9-7C9B-CDB0-588D62C7E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70FCA5-9E87-E88A-5246-D4784C79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D4D70E-DB4A-6918-DC9A-92A69BF2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127A86-6862-9E73-7B2B-9DCC6894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889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F76ED2-40B3-73C3-19F0-2D5682E1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DEB0D7-D76C-53FB-88CC-4F53EDA90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FDCAD9-052F-DADE-8956-1060C1CB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9B027A-6332-DC2C-B51A-BBAF26054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615934-4CF2-2BB8-0E24-638FFCA8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09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DADD80-E1D2-0123-EB18-8CDA2FEBD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51CBFF-2881-9D9B-74ED-212B3793A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4137EC-FDDB-096C-20CC-5529AEED3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A27F20-9E94-B76A-97C0-A73938AC6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5CD6E1-F6E9-7483-51FB-428E2B9F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687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A97FE-412C-EF79-E2AF-3A386F29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70E831-45B0-409D-1ED8-634424B5C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59D85B-F2CD-512D-1736-E4F7A2CEE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6C0EA0-42F6-E292-4ED0-25E2F83D5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6D50A8-D0B2-5047-584C-8786A0F8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14E15F-C37A-DA20-A838-AC3CE3C9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00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836BB9-E0CF-C38C-FD44-B8D7C7F0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67F825-6516-E1BE-6A0D-AA8B675E7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B7CBE6-52B3-83A6-B37D-C4C297D88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CBC8D4A-23FA-35C3-9057-C53F6DE7F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02B4D36-91E8-98F9-DBBB-919D58019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EA952DA-62C0-EEF4-B871-8E53A9A2D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C832932-B14E-91CD-1E88-029BB70A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32999E-C0BF-CB85-EF0E-AB85906B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772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B93982-D41E-4DED-79C7-BED0BB89D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D6689E2-5AE5-9CF0-2D6F-20830DF6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89E56F-CAAD-C78F-CD5F-C6D7161F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4EBA3C-6639-2157-0106-477B458A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48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F4F24A7-500B-3B88-44CF-5F6F43C3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D77E249-C67F-9542-7717-E5A247D96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4C0219-0D50-E7BE-8383-80ACB7A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02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974889-1E1E-156B-7D4F-0E4CD28BE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D2A6BC-08F3-2096-5053-A03233C3D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D88BC1-B9A5-510E-116D-1B5FB1029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FA6474-D413-2FA5-FE05-736EAD7C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C87D21-E3E3-A107-42F5-C1CB6180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D41B03-9595-98EC-3B74-E57C47D4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066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994B5-8430-1DDD-56B6-5FE1F53C0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4B2D585-240C-D18C-8418-173BEDC82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75EED5-14F5-74AF-3A79-BF08CD997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9CBD4D-8296-9B42-5FF6-337AFC13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7FDA39-1F86-6943-8A8A-F91A39C2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26D0A3-35A3-7521-D498-F7987045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76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0B0B63-215F-DF6C-FA96-30DE62B8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8D1800-FDB1-1899-A079-BC120CECF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77FCDC-F2B5-B149-3A16-F058C0ADF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A67370-CE12-381A-ABC7-A0419463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5D922A-D947-5228-4897-494516D6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495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710C90D-E38B-E484-1A32-5F39EE61E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9660BC-055F-EC1F-B759-83E2562BD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11E84C-3080-5A9C-9968-040F73A1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0D1411-FD15-35D2-D612-D98E5AD0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AB9B98-FED8-D36E-62F8-F72FD1AA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7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AB76D3-AD6F-9C9A-4B59-B81F12E82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F66154-F9C4-E2AC-D48F-4ACD54456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8CF2C0-185D-AFC5-AEBB-304395578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B211A0-BA80-4935-9F94-3F67C601EE4A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D3CF05-6BF1-119C-D42B-217EC383A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0BE69F-FC87-C0B1-D51E-2FA50BC38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FB701-BA8B-4971-B57A-ABAE3AD91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81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A5A6506-D9A6-CD37-C951-C04FF09491E6}"/>
              </a:ext>
            </a:extLst>
          </p:cNvPr>
          <p:cNvSpPr txBox="1"/>
          <p:nvPr/>
        </p:nvSpPr>
        <p:spPr>
          <a:xfrm>
            <a:off x="728133" y="516467"/>
            <a:ext cx="1005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考えたこと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AudioManager</a:t>
            </a:r>
            <a:r>
              <a:rPr lang="ja-JP" altLang="en-US" sz="2400" dirty="0"/>
              <a:t>って</a:t>
            </a:r>
            <a:r>
              <a:rPr lang="en-US" altLang="ja-JP" sz="2400" dirty="0" err="1"/>
              <a:t>SceneManager</a:t>
            </a:r>
            <a:r>
              <a:rPr lang="ja-JP" altLang="en-US" sz="2400" dirty="0"/>
              <a:t>が管理しないとおかしくね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82638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12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THAT13C10420 千葉知輝</dc:creator>
  <cp:lastModifiedBy>THAT13C10420 千葉知輝</cp:lastModifiedBy>
  <cp:revision>1</cp:revision>
  <dcterms:created xsi:type="dcterms:W3CDTF">2025-12-18T03:32:17Z</dcterms:created>
  <dcterms:modified xsi:type="dcterms:W3CDTF">2025-12-18T10:21:59Z</dcterms:modified>
</cp:coreProperties>
</file>